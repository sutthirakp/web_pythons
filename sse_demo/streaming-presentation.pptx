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7F7F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7F7F5"/>
                </a:solidFill>
                <a:latin typeface="Arial"/>
              </a:rPr>
              <a:t>เวลาก่อนเห็นข้อมูลชิ้นแรก (วินาที)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เวลาที่เห็นครั้งแรก (วินาที)</c:v>
                </c:pt>
              </c:strCache>
            </c:strRef>
          </c:tx>
          <c:spPr>
            <a:solidFill>
              <a:srgbClr val="FFB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7F7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Streaming</c:v>
                  </c:pt>
                  <c:pt idx="1">
                    <c:v>ปกติ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0.06</c:v>
                </c:pt>
                <c:pt idx="1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7F7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7F7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336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9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C1E"/>
        </a:solidFill>
        <a:ln>
          <a:noFill/>
        </a:ln>
        <a:effectLst/>
      </c:spPr>
    </c:plotArea>
    <c:plotVisOnly val="1"/>
    <c:dispBlanksAs val="span"/>
  </c:chart>
  <c:spPr>
    <a:solidFill>
      <a:srgbClr val="1A1C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41248"/>
            <a:ext cx="146304" cy="2926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ที่อาจารย์ยังไม่เคยสอน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StreamingResponse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ทำให้ FastAPI ตอบสดทีละคำ เหมือน ChatGPT กำลังพิมพ์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6949440" cy="1143000"/>
          </a:xfrm>
          <a:prstGeom prst="roundRect">
            <a:avLst>
              <a:gd name="adj" fmla="val 6400"/>
            </a:avLst>
          </a:prstGeom>
          <a:solidFill>
            <a:srgbClr val="1A1C1E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4352544"/>
            <a:ext cx="6547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word + " "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asyncio.sleep(0.15)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31720" y="4443984"/>
            <a:ext cx="100584" cy="256032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สวัสดีครับ นี่คือตัวอย่างการส่งข้อความแบบ streaming 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 — ทำไมต้องรู้เรื่องนี้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เคยสังเกตไหมว่า ChatGPT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ตอบทีละตัวอักษร?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ไม่ใช่เพราะมันคิดช้า — แต่เพราะมันเลือก "ส่งทันทีที่พร้อม" แทนที่จะรอให้คิดจบทั้งหมดก่อน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4709160" cy="2148840"/>
          </a:xfrm>
          <a:prstGeom prst="roundRect">
            <a:avLst>
              <a:gd name="adj" fmla="val 4255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ปกติ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4805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6B728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รอ…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5440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ไม่มีอะไรให้เห็นเลย จนกว่าจะคิดจบทั้งหมด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56832" y="3931920"/>
            <a:ext cx="4709160" cy="2148840"/>
          </a:xfrm>
          <a:prstGeom prst="roundRect">
            <a:avLst>
              <a:gd name="adj" fmla="val 4255"/>
            </a:avLst>
          </a:prstGeom>
          <a:solidFill>
            <a:srgbClr val="1A1C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85432" y="44805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สวัสดี…█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54406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เห็นคำแรกทันที แล้วค่อยไหลตามมาเรื่อย ๆ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— ก่อนแก้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Client ต้องรอจนกว่าจะครบ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92240" cy="3291840"/>
          </a:xfrm>
          <a:prstGeom prst="roundRect">
            <a:avLst>
              <a:gd name="adj" fmla="val 2222"/>
            </a:avLst>
          </a:prstGeom>
          <a:solidFill>
            <a:srgbClr val="1A1C1E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2112264"/>
            <a:ext cx="608990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= "สวัสดีครับ นี่คือตัวอย่าง..."</a:t>
            </a:r>
            <a:pPr algn="l" indent="0" marL="0">
              <a:lnSpc>
                <a:spcPct val="130000"/>
              </a:lnSpc>
              <a:buNone/>
            </a:pP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@app.get("/normal")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normal():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asyncio.sleep(0.9)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 MESSAGE}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35240" y="196596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เห็นอะไรครั้งแรกเมื่อ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606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0.9s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3886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แล้วข้อความทั้งก้อนโผล่มาพร้อมกันทีเดียว — ไม่มีสัญญาณอะไรระหว่างนั้นเลย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— ทางแก้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เปลี่ยนแค่ return → yield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61320" cy="2331720"/>
          </a:xfrm>
          <a:prstGeom prst="roundRect">
            <a:avLst>
              <a:gd name="adj" fmla="val 3137"/>
            </a:avLst>
          </a:prstGeom>
          <a:solidFill>
            <a:srgbClr val="1A1C1E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2112264"/>
            <a:ext cx="1015898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fastapi.responses import StreamingResponse</a:t>
            </a:r>
            <a:pPr algn="l" indent="0" marL="0">
              <a:lnSpc>
                <a:spcPct val="130000"/>
              </a:lnSpc>
              <a:buNone/>
            </a:pP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word_stream():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word in MESSAGE.split(" "):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word + " "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asyncio.sleep(0.15)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@app.get("/stream")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stream():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StreamingResponse(word_stream(), media_type="text/plain")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4754880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47183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5120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ส่งคำนี้ออกไปทันที ไม่รอคำอื่น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98264" y="4572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4754880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9744" y="47183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StreamingResponse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5120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อย่ารอ generator จบ ส่งทุก yield ทันที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73568" y="4572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4754880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5048" y="471830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media_type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74736" y="5120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"text/plain" ปกติ, "text/event-stream" สำหรับ SSE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 — พิสูจน์ด้วยเวลาจริง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ตัวเลขที่วัดได้จริง ไม่ใช่ตัวอย่าง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B0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0.06s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คำแรกมาถึง — Streaming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B728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ต้องรอ — แบบปกติ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เร็วกว่า 15 เท่า ในการเห็น "อะไรบางอย่าง" ครั้งแรก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26480" y="18288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เช็คก่อนเริ่ม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ต้องมีอะไรบ้าง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30428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19659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เวอร์ชัน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6596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ขึ้นไป (โปรเจกต์นี้ใช้ 3.12.10) — ต้องการ type hint แบบ str | None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4015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30632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ต้องลง pip/uv เพิ่มไหม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06324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ไม่ต้องเลย — StreamingResponse มากับ fastapi[standard] อยู่แล้ว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1560" y="449884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41605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ที่ต้องใช้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1605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fastapi.responses import StreamingResponse (แค่บรรทัดเดียวเพิ่ม)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10515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559612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25880" y="52578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 คืออะไร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2578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กล่องเครื่องมือแยกเฉพาะโปรเจกต์ กัน dependency ชนกันข้ามโปรเจกต์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คำถามที่จะโดนถามแน่ ๆ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StreamingResponse vs WebSockets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2834640" cy="548640"/>
          </a:xfrm>
          <a:prstGeom prst="rect">
            <a:avLst/>
          </a:prstGeom>
          <a:solidFill>
            <a:srgbClr val="1A1C1E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4023360" cy="548640"/>
          </a:xfrm>
          <a:prstGeom prst="rect">
            <a:avLst/>
          </a:prstGeom>
          <a:solidFill>
            <a:srgbClr val="1A1C1E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StreamingResponse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2011680"/>
            <a:ext cx="4023360" cy="548640"/>
          </a:xfrm>
          <a:prstGeom prst="rect">
            <a:avLst/>
          </a:prstGeom>
          <a:solidFill>
            <a:srgbClr val="1A1C1E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2011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560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ทิศทางข้อมูล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402336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2560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ทางเดียว (server → client)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2560320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2560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สองทาง (client ↔ server)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218688"/>
            <a:ext cx="2834640" cy="658368"/>
          </a:xfrm>
          <a:prstGeom prst="rect">
            <a:avLst/>
          </a:prstGeom>
          <a:solidFill>
            <a:srgbClr val="F7F7F5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2186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0" y="3218688"/>
            <a:ext cx="402336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94760" y="32186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ปกติ ไม่ปิด connection จนครบ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0" y="3218688"/>
            <a:ext cx="4023360" cy="658368"/>
          </a:xfrm>
          <a:prstGeom prst="rect">
            <a:avLst/>
          </a:prstGeom>
          <a:solidFill>
            <a:srgbClr val="F7F7F5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32186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แยกต่างหาก (ws://) ต้อง upgrade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3877056"/>
            <a:ext cx="2834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8770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โค้ดฝั่ง client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0" y="3877056"/>
            <a:ext cx="402336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94760" y="38770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+ อ่าน stream ปกติ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80960" y="3877056"/>
            <a:ext cx="4023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38770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ต้องใช้ WebSocket API เฉพาะ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22960" y="4535424"/>
            <a:ext cx="2834640" cy="658368"/>
          </a:xfrm>
          <a:prstGeom prst="rect">
            <a:avLst/>
          </a:prstGeom>
          <a:solidFill>
            <a:srgbClr val="F7F7F5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53542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เหมาะกับ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0" y="4535424"/>
            <a:ext cx="402336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94760" y="453542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ตอบคำถาม, log สด, progress bar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680960" y="4535424"/>
            <a:ext cx="4023360" cy="658368"/>
          </a:xfrm>
          <a:prstGeom prst="rect">
            <a:avLst/>
          </a:prstGeom>
          <a:solidFill>
            <a:srgbClr val="F7F7F5"/>
          </a:solidFill>
          <a:ln w="9525">
            <a:solidFill>
              <a:srgbClr val="E4E4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18120" y="453542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แชท, เกมเรียลไทม์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146304" cy="2926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เผื่อเวลาเหลือ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C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ข้อจำกัด + ของแถม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7F7F5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ข้อจำกัดที่ควรพูดเอง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6974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error กลางทาง → connection ขาด ไม่มี error code สวย 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ต้องอ่านด้วย fetch + getReader() เอง ไม่มี helper สำเร็จรูป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ทางเดียวเท่านั้น — ถ้า client ต้องส่งกลับด้วยต้องใช้ WebSockets แทน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A1C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SECRET_KEY ไม่ควร hardcode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46520" y="3200400"/>
            <a:ext cx="4617720" cy="2651760"/>
          </a:xfrm>
          <a:prstGeom prst="roundRect">
            <a:avLst>
              <a:gd name="adj" fmla="val 2759"/>
            </a:avLst>
          </a:prstGeom>
          <a:solidFill>
            <a:srgbClr val="141517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3346704"/>
            <a:ext cx="421538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add pydantic-settings</a:t>
            </a:r>
            <a:pPr algn="l" indent="0" marL="0">
              <a:lnSpc>
                <a:spcPct val="130000"/>
              </a:lnSpc>
              <a:buNone/>
            </a:pP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Settings(BaseSettings):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model_config = SettingsConfigDict(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env_file=".env")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secret_key: str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07008"/>
            <a:ext cx="146304" cy="292608"/>
          </a:xfrm>
          <a:prstGeom prst="rect">
            <a:avLst/>
          </a:prstGeom>
          <a:solidFill>
            <a:srgbClr val="FFB0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78992" y="1188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จบการนำเสนอ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คำถาม?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โค้ดทั้งหมด + โน้ตฉบับเต็ม อยู่ในโฟลเดอร์ sse_demo/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1A1C1E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4128" y="4169664"/>
            <a:ext cx="56327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sse_demo/</a:t>
            </a:r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main.py        # STEP 2-5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settings.py    # BONUS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preview.html   # live demo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71432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 — streaming-demo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2026-09-17T16:06:53Z</dcterms:created>
  <dcterms:modified xsi:type="dcterms:W3CDTF">2026-09-17T16:06:53Z</dcterms:modified>
</cp:coreProperties>
</file>